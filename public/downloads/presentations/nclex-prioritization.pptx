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624677b8eb4a7a" /><Relationship Type="http://schemas.openxmlformats.org/officeDocument/2006/relationships/extended-properties" Target="/docProps/app.xml" Id="Ref0c852207e045db" /><Relationship Type="http://schemas.openxmlformats.org/officeDocument/2006/relationships/officeDocument" Target="/ppt/presentation.xml" Id="R3ccd7e9a9a1c40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75840bba84d66"/>
  </p:sldMasterIdLst>
  <p:notesMasterIdLst>
    <p:notesMasterId xmlns:r="http://schemas.openxmlformats.org/officeDocument/2006/relationships" r:id="R546d995d7ec24f88"/>
  </p:notesMasterIdLst>
  <p:sldIdLst>
    <p:sldId xmlns:r="http://schemas.openxmlformats.org/officeDocument/2006/relationships" id="256" r:id="R04b974d134964bd6"/>
    <p:sldId xmlns:r="http://schemas.openxmlformats.org/officeDocument/2006/relationships" id="257" r:id="R93637001dd194eb1"/>
    <p:sldId xmlns:r="http://schemas.openxmlformats.org/officeDocument/2006/relationships" id="258" r:id="R715af41e600545f9"/>
    <p:sldId xmlns:r="http://schemas.openxmlformats.org/officeDocument/2006/relationships" id="259" r:id="R82c4967e8c574791"/>
    <p:sldId xmlns:r="http://schemas.openxmlformats.org/officeDocument/2006/relationships" id="260" r:id="R839f99de283e4c49"/>
    <p:sldId xmlns:r="http://schemas.openxmlformats.org/officeDocument/2006/relationships" id="261" r:id="R92159e6bbc2041a4"/>
    <p:sldId xmlns:r="http://schemas.openxmlformats.org/officeDocument/2006/relationships" id="262" r:id="R1a7f523cc4ab43e5"/>
    <p:sldId xmlns:r="http://schemas.openxmlformats.org/officeDocument/2006/relationships" id="263" r:id="Rbebe84fd285144a4"/>
    <p:sldId xmlns:r="http://schemas.openxmlformats.org/officeDocument/2006/relationships" id="264" r:id="R79a9e973593141e1"/>
    <p:sldId xmlns:r="http://schemas.openxmlformats.org/officeDocument/2006/relationships" id="265" r:id="R747e4019864645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061c09c5ab4af3" /><Relationship Type="http://schemas.openxmlformats.org/officeDocument/2006/relationships/slideMaster" Target="/ppt/slideMasters/slideMaster1.xml" Id="Rb5c75840bba84d66" /><Relationship Type="http://schemas.openxmlformats.org/officeDocument/2006/relationships/notesMaster" Target="/ppt/notesMasters/notesMaster1.xml" Id="R546d995d7ec24f88" /><Relationship Type="http://schemas.openxmlformats.org/officeDocument/2006/relationships/presProps" Target="/ppt/presProps.xml" Id="R90229b265da142d4" /><Relationship Type="http://schemas.openxmlformats.org/officeDocument/2006/relationships/tableStyles" Target="/ppt/tableStyles.xml" Id="Rddb9fa3f9d204ab7" /><Relationship Type="http://schemas.openxmlformats.org/officeDocument/2006/relationships/slide" Target="/ppt/slides/slide1.xml" Id="R04b974d134964bd6" /><Relationship Type="http://schemas.openxmlformats.org/officeDocument/2006/relationships/slide" Target="/ppt/slides/slide2.xml" Id="R93637001dd194eb1" /><Relationship Type="http://schemas.openxmlformats.org/officeDocument/2006/relationships/slide" Target="/ppt/slides/slide3.xml" Id="R715af41e600545f9" /><Relationship Type="http://schemas.openxmlformats.org/officeDocument/2006/relationships/slide" Target="/ppt/slides/slide4.xml" Id="R82c4967e8c574791" /><Relationship Type="http://schemas.openxmlformats.org/officeDocument/2006/relationships/slide" Target="/ppt/slides/slide5.xml" Id="R839f99de283e4c49" /><Relationship Type="http://schemas.openxmlformats.org/officeDocument/2006/relationships/slide" Target="/ppt/slides/slide6.xml" Id="R92159e6bbc2041a4" /><Relationship Type="http://schemas.openxmlformats.org/officeDocument/2006/relationships/slide" Target="/ppt/slides/slide7.xml" Id="R1a7f523cc4ab43e5" /><Relationship Type="http://schemas.openxmlformats.org/officeDocument/2006/relationships/slide" Target="/ppt/slides/slide8.xml" Id="Rbebe84fd285144a4" /><Relationship Type="http://schemas.openxmlformats.org/officeDocument/2006/relationships/slide" Target="/ppt/slides/slide9.xml" Id="R79a9e973593141e1" /><Relationship Type="http://schemas.openxmlformats.org/officeDocument/2006/relationships/slide" Target="/ppt/slides/slide10.xml" Id="R747e4019864645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0b5013f714b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49a00241334c73" /><Relationship Type="http://schemas.openxmlformats.org/officeDocument/2006/relationships/notesMaster" Target="/ppt/notesMasters/notesMaster1.xml" Id="Rb8e80a12db6449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011dc8df3e4bb7" /><Relationship Type="http://schemas.openxmlformats.org/officeDocument/2006/relationships/notesMaster" Target="/ppt/notesMasters/notesMaster1.xml" Id="R58456cfc3d4e4a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57cf157484837" /><Relationship Type="http://schemas.openxmlformats.org/officeDocument/2006/relationships/notesMaster" Target="/ppt/notesMasters/notesMaster1.xml" Id="R8d3a278081fb45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38b8d8af784482" /><Relationship Type="http://schemas.openxmlformats.org/officeDocument/2006/relationships/notesMaster" Target="/ppt/notesMasters/notesMaster1.xml" Id="Rbefcc66e034846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2becfa83484742" /><Relationship Type="http://schemas.openxmlformats.org/officeDocument/2006/relationships/notesMaster" Target="/ppt/notesMasters/notesMaster1.xml" Id="Rd209b8cbf32a47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8ac273a60942e2" /><Relationship Type="http://schemas.openxmlformats.org/officeDocument/2006/relationships/notesMaster" Target="/ppt/notesMasters/notesMaster1.xml" Id="Rd47eca80a43244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62dba605e04016" /><Relationship Type="http://schemas.openxmlformats.org/officeDocument/2006/relationships/notesMaster" Target="/ppt/notesMasters/notesMaster1.xml" Id="Rbd280ee69eb046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b644a7a4514f32" /><Relationship Type="http://schemas.openxmlformats.org/officeDocument/2006/relationships/notesMaster" Target="/ppt/notesMasters/notesMaster1.xml" Id="R23847bc1a10441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4c78cb6b4f463a" /><Relationship Type="http://schemas.openxmlformats.org/officeDocument/2006/relationships/notesMaster" Target="/ppt/notesMasters/notesMaster1.xml" Id="R134c1da1c05a49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17df0f9af84683" /><Relationship Type="http://schemas.openxmlformats.org/officeDocument/2006/relationships/notesMaster" Target="/ppt/notesMasters/notesMaster1.xml" Id="R1e39cddd7f39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998fbbb5042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b84066b46f4275" /><Relationship Type="http://schemas.openxmlformats.org/officeDocument/2006/relationships/slideLayout" Target="/ppt/slideLayouts/slideLayout1.xml" Id="R2bd5e9a624c9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d5e9a624c9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0268a6cf6442c" /><Relationship Type="http://schemas.openxmlformats.org/officeDocument/2006/relationships/notesSlide" Target="/ppt/notesSlides/notesSlide1.xml" Id="Ra818b6c292e0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2a12e77824884" /><Relationship Type="http://schemas.openxmlformats.org/officeDocument/2006/relationships/notesSlide" Target="/ppt/notesSlides/notesSlide2.xml" Id="R82da5cc9b0cb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095e501542e4" /><Relationship Type="http://schemas.openxmlformats.org/officeDocument/2006/relationships/notesSlide" Target="/ppt/notesSlides/notesSlide3.xml" Id="Ra8ccab779a4b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e78fdfc754d92" /><Relationship Type="http://schemas.openxmlformats.org/officeDocument/2006/relationships/notesSlide" Target="/ppt/notesSlides/notesSlide4.xml" Id="Rf68723b7ccab40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a583225f04bbb" /><Relationship Type="http://schemas.openxmlformats.org/officeDocument/2006/relationships/notesSlide" Target="/ppt/notesSlides/notesSlide5.xml" Id="R189af2071d7d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626970ff4e65" /><Relationship Type="http://schemas.openxmlformats.org/officeDocument/2006/relationships/notesSlide" Target="/ppt/notesSlides/notesSlide6.xml" Id="R2e9290fb1b6840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c3ee8fa094c5d" /><Relationship Type="http://schemas.openxmlformats.org/officeDocument/2006/relationships/notesSlide" Target="/ppt/notesSlides/notesSlide7.xml" Id="Re8e7c648be8645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ddc43e5e64eb4" /><Relationship Type="http://schemas.openxmlformats.org/officeDocument/2006/relationships/notesSlide" Target="/ppt/notesSlides/notesSlide8.xml" Id="R37755165da2047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5eecfeb234a97" /><Relationship Type="http://schemas.openxmlformats.org/officeDocument/2006/relationships/notesSlide" Target="/ppt/notesSlides/notesSlide9.xml" Id="R406caa7f0bef4c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4abb5b3c94f9b" /><Relationship Type="http://schemas.openxmlformats.org/officeDocument/2006/relationships/notesSlide" Target="/ppt/notesSlides/notesSlide10.xml" Id="R0a1e559e03f74d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CCBB6-12A7-46BE-ACED-F67CAFC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AE927-D79C-4396-B803-3E1A8EB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0A6A5-CD3B-4710-A1B8-EA1B0A9B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NCLEX Prioritization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F0074-EC31-42CC-B5A9-881AFE15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Client Needs, clinical judgment, priority ladders, delegation, and question strategy.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CFA63-02F9-48D1-8D4B-2E9E3EA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E1647-B600-426C-B936-AC81ECC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8111C-92E3-490B-8BDD-65DECE3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5F9D9-9725-4691-A2E8-CF8A40E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7F79B-BE4C-4905-BF4A-27EA5A37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20026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E43E6-D0E1-43FF-A31D-C26F20F6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7D69A-EBDB-4735-88FD-15A13672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617B4-A78E-4987-BFCE-1C563277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E7B48-84C3-403C-9D18-BBF85AF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5A349-877A-4B6C-BC26-499D608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FF4AB-8818-45DA-B5EC-3DE6F5AD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F1EE8-C4A6-44E5-9B34-8D738BB1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C8166-F857-458E-8667-B32F97D5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38120-385A-45A2-8B90-C52E8CE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Move through recognize cues, analyze cues, prioritize hypotheses, generate solutions, take action, and evaluate outcomes.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523B9-CBD9-40DF-8E6B-9F9602ED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CC91C-6EDA-49D1-9602-7D0DD967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054F5-8902-43BE-93B0-3E18FBB1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urgency, stability, trend, risk, and scope to rank patients and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8DD2E-6980-4DF0-B310-4630245F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1AC99-BD8B-4580-AA84-A327CB33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4093C-63F6-494C-A896-6E866F37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Approach multiple-response and case-based items without overselecting.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22074-033D-406F-A72C-EEC8ABC1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94691-8A71-4BE5-8112-1E76B201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3101E-3D84-4735-AE20-4BAAFFD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the official 2026 NCLEX-PN test plan as the source of current exam expectations.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5588D-C9D7-4B76-9627-AC7392D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17B7F-2E2D-4088-A2BA-956206CC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0C7D3-DFF2-462B-9822-B589668D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Distinguish assignment from delegation concepts.</a:t>
            </a:r>
          </a:p>
        </p:txBody>
      </p:sp>
    </p:spTree>
    <p:extLst>
      <p:ext uri="{BB962C8B-B14F-4D97-AF65-F5344CB8AC3E}">
        <p14:creationId xmlns:p14="http://schemas.microsoft.com/office/powerpoint/2010/main" val="1455543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C9B41-0E12-4818-A0D4-18868CC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F394D-38B9-49A1-9DC3-D46D48D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D8F41-B0A3-4A7C-897D-DB1BD820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37477-3629-4BA1-9871-01E0298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4B501-8C6B-40E2-90EE-6F2E07F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FFA04-46B3-4539-809B-0267612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325B4-1112-4A52-9981-7A2172E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B5A65-BDEA-4803-A939-D6A37A78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AC90C-9968-4199-9338-E05EAB24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First identify what changed. Then group related cues, decide which explanation is most dangerous and plausible, choose the safest role-appropriate action, and check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C5582-A1C5-498F-900A-82D58521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EF626-DA34-40EF-A11D-6074DC19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6CA8D-1591-44B1-8BD2-39C58CF5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Prioritize actual and immediate threats over routine or potential needs: unstable before stable, acute before chronic, unexpected before expected, while honoring safety and scope.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A29FD-404E-4797-95C4-C8E2C94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4F6F1-B8F0-431E-BFF9-01B0AD8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190B6-6215-43B7-B2B4-29C88A2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Read every option as a separate claim. Select it only when the stem and cues support it; do not add facts that are not provided.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FC495-717E-44A0-B561-D576549D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63379-3FB8-43AC-9FE2-4B9D773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58003-8F91-403D-B509-A2FF2C8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An assignment distributes care already within a team member's authorized role. Delegation transfers responsibility for performing a selected task while the delegating nurse retains responsibility for the delegation decision and follow-up.</a:t>
            </a:r>
          </a:p>
        </p:txBody>
      </p:sp>
    </p:spTree>
    <p:extLst>
      <p:ext uri="{BB962C8B-B14F-4D97-AF65-F5344CB8AC3E}">
        <p14:creationId xmlns:p14="http://schemas.microsoft.com/office/powerpoint/2010/main" val="1684255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02F85-1013-4C69-8CB0-A49AC1A2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A6C49-B5A8-446C-98D3-B02B8D2D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50CE0-7B2E-449D-996C-2525C266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73277-7897-4CF1-84E5-C399905E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29551-3979-468A-B7EC-DF58145D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9E33F-723D-42AB-8B2C-572217AD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4393A-90D8-47E0-96ED-90D3BDCB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3808-4C62-4A4A-892D-D24B144A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EF7AF-7808-4B22-B5E1-C8A92D21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Choose emergency support and escalation when the stem shows an immediate threat.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B31C3-A36B-4C86-BEA7-154F388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57C2F-1BB7-445F-9E3C-31D5957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73409-EC10-467E-956F-BADC45A7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C1D7C-4D64-4BA3-BF45-A218BE22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When no emergency exists, assessment usually precedes an intervention if information needed for safe action is missing.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FCD4A-E504-41AA-915C-12AE648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688F-E721-4652-A5DB-2867973E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82E25-8897-4D39-A194-052C3951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88193-A08D-4718-8F88-8E6B830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Select the least restrictive effective option when safety and the care goal allow.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9BC0A-1F67-4D50-9A35-5C8BAB49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34CE7-451C-4EE9-A3D4-B1FF09FA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E54E7-E01A-4613-8F5E-2B229D1E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82F72-D154-44C2-9F09-39211AAC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Use chain of command or qualified consultation when a finding or requested action exceeds scope.</a:t>
            </a:r>
          </a:p>
        </p:txBody>
      </p:sp>
    </p:spTree>
    <p:extLst>
      <p:ext uri="{BB962C8B-B14F-4D97-AF65-F5344CB8AC3E}">
        <p14:creationId xmlns:p14="http://schemas.microsoft.com/office/powerpoint/2010/main" val="540190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2A647-616C-43FA-B846-2647B64D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213AE-CC3F-457E-BA2D-A25D2867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B9A9C-07AB-4E24-8106-E10ADCE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FC92-50BB-48ED-82A4-500BF4E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DAE50-1A19-451C-85D8-9671A42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1524A-60D1-4CEF-A860-E59998F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B9039-0817-42CA-B886-5F0E340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5C028-58AB-43FE-A5BD-2734C1DA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9EC10-85C7-41B5-87E2-CC52FC2F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A4AE3-D90E-4734-8AFC-AA445F36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29D31-5682-4F17-A4FB-8FC435CC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Read the final sentence first to identify the task, then review the full stem for cues and time frame.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0A09A-6887-4307-AB1B-3FD5D14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17A6E-FDCB-41A4-8F41-C8306E6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A40DC-AF65-4714-A119-B850E50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Separate expected findings from unexpected, new, worsening, or life-threatening cues.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CEBC2-2878-4CC0-84A0-D614E72A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E1338-22E5-4214-8834-122082E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95ACD-77FE-43E1-8394-892FE93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Identify whether the question asks for assessment, action, teaching, delegation, follow-up, or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908CC-AB52-427B-8DDC-C24A71F7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4CBFB-498E-4577-9433-07CDC099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C33BB-762B-454C-B204-91C66214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Check each option for safety, sequence, scope, relevance, and whether it addresses the priority.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BDB57-5961-48E9-88B7-0B889244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8E0F8-AB01-4BFF-B951-9CF2E6F2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77AF1-FE9A-4B80-9478-FD450D0E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F9375-8090-40A8-816F-FFD1B2D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F4B89-4070-4C69-9EED-D850F6B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Use the official current test plan rather than social-media claims about exam rules or content.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7FB00-3222-4A1C-B878-2869D6EA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0F076-6776-41EB-BA17-DE937AA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B57CF-F2BC-40A8-8F15-32D7BD0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copy or rely on recalled live exam items.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90914-3C54-4FA7-93D5-64295001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7AEB3-3597-4D08-8ACE-0955850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DF351-6B49-4330-B27C-2DF8213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No memory trick overrides patient data, scope, or the wording of the question.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3508C-3069-46D7-AC1D-4C980BDD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CAF25-9DC8-4F9B-80E8-ABC0027B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230AD-50CD-4058-BDE2-79D07BDC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This platform cannot guarantee an exam result.</a:t>
            </a:r>
          </a:p>
        </p:txBody>
      </p:sp>
    </p:spTree>
    <p:extLst>
      <p:ext uri="{BB962C8B-B14F-4D97-AF65-F5344CB8AC3E}">
        <p14:creationId xmlns:p14="http://schemas.microsoft.com/office/powerpoint/2010/main" val="127523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6725A-6990-418D-A8B6-70E2BFAE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8174A-AAB0-4914-B875-3374E3EA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25DEF-1C7B-4479-A4CA-71422D0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F0FCD-F30E-442E-B498-CBA5EB42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87E23-9FC6-4144-81CB-DD8AAA95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CUES: Change, Urgency, Expected or not,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0D72-D073-4502-BC94-1A91B79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28AE2-638C-4262-A92D-432CA679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F5030-CED6-4411-9305-C7B424C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A-B-C-Danger, then comfort and teaching.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930C0-6157-4C84-96EA-08D1A6D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2B11E-4DA1-4EA4-8B45-29F96CF5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712DF-1383-4B27-BF8B-17BED70B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RAT: Read the task, Anchor to cues, Test every option.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85CCD-F728-41F9-925F-A34AD128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7C74E-B806-42C5-8D99-93C715A2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4CEF1-F0A5-4314-8797-B9E563D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Five rights: task, circumstance, person, direction, supervision.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0FD71-CE42-4EA3-AEFD-23596C8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115766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038437-BEF6-4A0B-9B1E-CD736CF8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06194-E23F-4F28-8336-8515FDC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E6518-CCE5-4E8C-A0FF-D694527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2BB02-9EDF-413B-9915-B3123349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24F8C-D5CF-490E-95EE-DD9E5293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B5AE5-E1F6-4F1A-8641-818FDE3A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08739-1D59-4D89-AB36-0C180915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5F16F-6127-42DA-B1FB-F8084143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practice item lists four patients: one has a new breathing change, while the others have stable chronic findings or routine needs.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E1551-3D06-4067-B75B-BEB30C04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A78EE-B8AB-4F4B-8C75-9FE2108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DFB00-DEA4-443D-A451-340AAF76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One finding is new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change affects breathing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Other needs are stable or routine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6595C-ED40-4D64-B267-53226BD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C08D9-88DD-4DA5-8D1F-579964B5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CB4DA-0AA7-4BE6-8B2F-582AA661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new breathing change represents an actual immediate threat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stable needs remain important but can safely wait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9E955-0076-4510-ABC5-93818C4E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67B55-A4B0-48C1-8A13-36D0AFF9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6AAE2-A0DA-459D-BDC7-3125FB77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Choose the patient with the new breathing change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Select immediate assessment and escalation within role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Reassess the response before moving to lower priorities</a:t>
            </a:r>
          </a:p>
        </p:txBody>
      </p:sp>
    </p:spTree>
    <p:extLst>
      <p:ext uri="{BB962C8B-B14F-4D97-AF65-F5344CB8AC3E}">
        <p14:creationId xmlns:p14="http://schemas.microsoft.com/office/powerpoint/2010/main" val="1794525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85B0A-B008-4F2F-8392-68310AC5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BBEEA-34FF-4369-B096-108837A7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4E2F0-99B2-4272-9C52-F0A362B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87AC6-5407-4E23-AB99-EFCD3331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EC8E7-65BC-4121-A3C9-2344A03A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A0302-3B5E-4958-AE4B-ABCE571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8071D-C737-4895-BB31-159D12C9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Which patient should the practical nurse see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47E03-4F82-48D7-A506-750C17AE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B2E11-B68F-4AFB-A157-4D16F53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E7267-A13B-420F-8FC9-3EC279CB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 patient with a new change in breathing and alertness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02C55-B0A2-4D99-8B40-A5BD65E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24A46-F5D2-4D74-9FA2-C46DEC2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3A2EE-581E-446C-A234-CB2F808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 stable patient asking for a snack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BAB05-BB3C-4624-83D3-D12C7518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428DB-0597-4861-8379-85AD262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16552-7A47-48CB-8AF7-43945415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 patient with unchanged chronic discomfort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B3E9F-64AF-4260-881F-4E0DA90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AE938-D1FE-494C-A099-3FF52F3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3CD4A-D471-4EDE-B2EF-47A943A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 stable patient waiting for printed teaching</a:t>
            </a:r>
          </a:p>
        </p:txBody>
      </p:sp>
    </p:spTree>
    <p:extLst>
      <p:ext uri="{BB962C8B-B14F-4D97-AF65-F5344CB8AC3E}">
        <p14:creationId xmlns:p14="http://schemas.microsoft.com/office/powerpoint/2010/main" val="686452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96F45-20EF-40A6-89CA-0C6BE1F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9B032-497F-460C-82A6-4C66A19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F839A-5019-4B90-A808-49A7834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4F03A-5645-4ADB-A7CA-40A79A37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C8CED-1987-40A2-980D-E3415B67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625F5-3E0B-44F0-882C-AEE537F2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10ADC-A5F2-4EE8-AEE0-FE093DD2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1312C-1AD4-410E-91CD-8D8AC0E2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 new breathing and neurologic change is an actual, potentially life-threatening problem and outranks stable needs.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0FFF3-FEFD-4D69-9C72-2C689A1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01B75-F5C3-4DE4-AD80-DC44EB98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DFB0B-A177-44CD-BB89-9F66992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Patient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F10E0-BD6F-42BF-8C68-1718B213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4D24D-0550-43EA-978A-F7E4B55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A52A6-AE8B-478C-85E2-92EC88E1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New plus breathing plus alertness signals first priority.</a:t>
            </a:r>
          </a:p>
        </p:txBody>
      </p:sp>
    </p:spTree>
    <p:extLst>
      <p:ext uri="{BB962C8B-B14F-4D97-AF65-F5344CB8AC3E}">
        <p14:creationId xmlns:p14="http://schemas.microsoft.com/office/powerpoint/2010/main" val="1823702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E3EF5-3C99-4C6A-A2FB-B314BBE7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B3DFB-64E5-4291-9EF9-F552FDB7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55875-482E-4155-BB3B-6FA96DF9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F5AF4-068F-4C2B-9CDF-8235DD3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AF88-0B73-4B3F-9E2C-73A98836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Recognize, analyze, prioritize, plan, act, and evaluate using only the provided cues.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8B7E9-2356-4162-9430-5702944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66FA0-AEAF-474D-BC65-9B6475B3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5885A-E7CE-4ACD-892C-FE606EBF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Rank actual instability, acute change, and unexpected danger before stable routine needs.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F75DE-2A7C-4C2C-A9A2-A94C180E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E2B0B-5B7A-4444-A2CB-2374D216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1F54C-ACE7-45BD-A510-1FB040E4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Check every answer for safety, sequence, practical-nurse scope, and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CA779-430F-48EF-9E45-267AC00E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EF56B-8FEE-433A-8A3E-84BF598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C14C5-945E-4863-9677-2DB12967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Match the task, circumstance, person, direction, and supervision.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E07FC-624E-42E9-9AF5-EE581968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DB724-4544-4732-8330-D7C35C5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C0179-365A-4464-8807-B818189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Local scope and competence matter more than a universal task list.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4BCCA-FEF5-41B1-B258-493B19C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C9AFD-D40B-4051-9C7E-9A6D293C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National Council of State Boards of Nursing: 2026 NCLEX-PN Test Plan | Agency for Healthcare Research and Quality: TeamSTEPPS Tools | MedlinePlus, U.S. National Library of Medicine: Vital signs</a:t>
            </a:r>
          </a:p>
        </p:txBody>
      </p:sp>
    </p:spTree>
    <p:extLst>
      <p:ext uri="{BB962C8B-B14F-4D97-AF65-F5344CB8AC3E}">
        <p14:creationId xmlns:p14="http://schemas.microsoft.com/office/powerpoint/2010/main" val="648218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2026-07-13T19:11:04.3020000Z</dcterms:created>
  <dcterms:modified xsi:type="dcterms:W3CDTF">2026-07-13T19:11:04.3020000Z</dcterms:modified>
</coreProperties>
</file>