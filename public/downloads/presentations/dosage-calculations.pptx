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7a794a407240c3" /><Relationship Type="http://schemas.openxmlformats.org/officeDocument/2006/relationships/extended-properties" Target="/docProps/app.xml" Id="R771456ffc56d4caf" /><Relationship Type="http://schemas.openxmlformats.org/officeDocument/2006/relationships/officeDocument" Target="/ppt/presentation.xml" Id="R309bc8a281194a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8ec71d2a64de8"/>
  </p:sldMasterIdLst>
  <p:notesMasterIdLst>
    <p:notesMasterId xmlns:r="http://schemas.openxmlformats.org/officeDocument/2006/relationships" r:id="R5f44c97728984c4c"/>
  </p:notesMasterIdLst>
  <p:sldIdLst>
    <p:sldId xmlns:r="http://schemas.openxmlformats.org/officeDocument/2006/relationships" id="256" r:id="Rbba77eb10b7540fd"/>
    <p:sldId xmlns:r="http://schemas.openxmlformats.org/officeDocument/2006/relationships" id="257" r:id="R91edd1c064254317"/>
    <p:sldId xmlns:r="http://schemas.openxmlformats.org/officeDocument/2006/relationships" id="258" r:id="R6d18b727c8f64ab1"/>
    <p:sldId xmlns:r="http://schemas.openxmlformats.org/officeDocument/2006/relationships" id="259" r:id="R679c262788ad4cc9"/>
    <p:sldId xmlns:r="http://schemas.openxmlformats.org/officeDocument/2006/relationships" id="260" r:id="R734bd41ddb314df7"/>
    <p:sldId xmlns:r="http://schemas.openxmlformats.org/officeDocument/2006/relationships" id="261" r:id="R15ae4bc90a784703"/>
    <p:sldId xmlns:r="http://schemas.openxmlformats.org/officeDocument/2006/relationships" id="262" r:id="R21f8d6af1b1848be"/>
    <p:sldId xmlns:r="http://schemas.openxmlformats.org/officeDocument/2006/relationships" id="263" r:id="Rae8b6406c28c45e9"/>
    <p:sldId xmlns:r="http://schemas.openxmlformats.org/officeDocument/2006/relationships" id="264" r:id="R4643f1ae14f4428a"/>
    <p:sldId xmlns:r="http://schemas.openxmlformats.org/officeDocument/2006/relationships" id="265" r:id="R7e17137a8c9d43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973591604646f6" /><Relationship Type="http://schemas.openxmlformats.org/officeDocument/2006/relationships/slideMaster" Target="/ppt/slideMasters/slideMaster1.xml" Id="R1ff8ec71d2a64de8" /><Relationship Type="http://schemas.openxmlformats.org/officeDocument/2006/relationships/notesMaster" Target="/ppt/notesMasters/notesMaster1.xml" Id="R5f44c97728984c4c" /><Relationship Type="http://schemas.openxmlformats.org/officeDocument/2006/relationships/presProps" Target="/ppt/presProps.xml" Id="Rcff91ae9195b4f1f" /><Relationship Type="http://schemas.openxmlformats.org/officeDocument/2006/relationships/tableStyles" Target="/ppt/tableStyles.xml" Id="Rc781b947dcb243ff" /><Relationship Type="http://schemas.openxmlformats.org/officeDocument/2006/relationships/slide" Target="/ppt/slides/slide1.xml" Id="Rbba77eb10b7540fd" /><Relationship Type="http://schemas.openxmlformats.org/officeDocument/2006/relationships/slide" Target="/ppt/slides/slide2.xml" Id="R91edd1c064254317" /><Relationship Type="http://schemas.openxmlformats.org/officeDocument/2006/relationships/slide" Target="/ppt/slides/slide3.xml" Id="R6d18b727c8f64ab1" /><Relationship Type="http://schemas.openxmlformats.org/officeDocument/2006/relationships/slide" Target="/ppt/slides/slide4.xml" Id="R679c262788ad4cc9" /><Relationship Type="http://schemas.openxmlformats.org/officeDocument/2006/relationships/slide" Target="/ppt/slides/slide5.xml" Id="R734bd41ddb314df7" /><Relationship Type="http://schemas.openxmlformats.org/officeDocument/2006/relationships/slide" Target="/ppt/slides/slide6.xml" Id="R15ae4bc90a784703" /><Relationship Type="http://schemas.openxmlformats.org/officeDocument/2006/relationships/slide" Target="/ppt/slides/slide7.xml" Id="R21f8d6af1b1848be" /><Relationship Type="http://schemas.openxmlformats.org/officeDocument/2006/relationships/slide" Target="/ppt/slides/slide8.xml" Id="Rae8b6406c28c45e9" /><Relationship Type="http://schemas.openxmlformats.org/officeDocument/2006/relationships/slide" Target="/ppt/slides/slide9.xml" Id="R4643f1ae14f4428a" /><Relationship Type="http://schemas.openxmlformats.org/officeDocument/2006/relationships/slide" Target="/ppt/slides/slide10.xml" Id="R7e17137a8c9d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a30cb74a8946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5118d360d94ca0" /><Relationship Type="http://schemas.openxmlformats.org/officeDocument/2006/relationships/notesMaster" Target="/ppt/notesMasters/notesMaster1.xml" Id="R069ccc7ff17348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ee930d39b472d" /><Relationship Type="http://schemas.openxmlformats.org/officeDocument/2006/relationships/notesMaster" Target="/ppt/notesMasters/notesMaster1.xml" Id="R65b7bc67cd0e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d15ded858743e4" /><Relationship Type="http://schemas.openxmlformats.org/officeDocument/2006/relationships/notesMaster" Target="/ppt/notesMasters/notesMaster1.xml" Id="Rffe6cc79de52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fccd271b540e7" /><Relationship Type="http://schemas.openxmlformats.org/officeDocument/2006/relationships/notesMaster" Target="/ppt/notesMasters/notesMaster1.xml" Id="R1b025266aa9d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00aad0f7104458" /><Relationship Type="http://schemas.openxmlformats.org/officeDocument/2006/relationships/notesMaster" Target="/ppt/notesMasters/notesMaster1.xml" Id="R2063133cfd3a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710f85944b41c4" /><Relationship Type="http://schemas.openxmlformats.org/officeDocument/2006/relationships/notesMaster" Target="/ppt/notesMasters/notesMaster1.xml" Id="Rfcd5e8c656084b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f9c3fc86c048b8" /><Relationship Type="http://schemas.openxmlformats.org/officeDocument/2006/relationships/notesMaster" Target="/ppt/notesMasters/notesMaster1.xml" Id="R6a17a8341166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0febe7d5ca4535" /><Relationship Type="http://schemas.openxmlformats.org/officeDocument/2006/relationships/notesMaster" Target="/ppt/notesMasters/notesMaster1.xml" Id="R88b5aef35df7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f0b2fbdd45457f" /><Relationship Type="http://schemas.openxmlformats.org/officeDocument/2006/relationships/notesMaster" Target="/ppt/notesMasters/notesMaster1.xml" Id="R99be53e65aa340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29735de5914833" /><Relationship Type="http://schemas.openxmlformats.org/officeDocument/2006/relationships/notesMaster" Target="/ppt/notesMasters/notesMaster1.xml" Id="Rc1c6b7cf5ea646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04227068c49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836fed3ce4daf" /><Relationship Type="http://schemas.openxmlformats.org/officeDocument/2006/relationships/slideLayout" Target="/ppt/slideLayouts/slideLayout1.xml" Id="R4faecd764cea40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ecd764cea40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f6054493043b3" /><Relationship Type="http://schemas.openxmlformats.org/officeDocument/2006/relationships/notesSlide" Target="/ppt/notesSlides/notesSlide1.xml" Id="Rcc8c9639fabd42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3b6d99aaa42b5" /><Relationship Type="http://schemas.openxmlformats.org/officeDocument/2006/relationships/notesSlide" Target="/ppt/notesSlides/notesSlide2.xml" Id="R7885b857979549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377e741f944fe" /><Relationship Type="http://schemas.openxmlformats.org/officeDocument/2006/relationships/notesSlide" Target="/ppt/notesSlides/notesSlide3.xml" Id="R8aa506e37ff54d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15d1dc76a4ef5" /><Relationship Type="http://schemas.openxmlformats.org/officeDocument/2006/relationships/notesSlide" Target="/ppt/notesSlides/notesSlide4.xml" Id="R025819142e2748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25826c02e4ac4" /><Relationship Type="http://schemas.openxmlformats.org/officeDocument/2006/relationships/notesSlide" Target="/ppt/notesSlides/notesSlide5.xml" Id="Rd19124d99aab4c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3190ef52e490f" /><Relationship Type="http://schemas.openxmlformats.org/officeDocument/2006/relationships/notesSlide" Target="/ppt/notesSlides/notesSlide6.xml" Id="Re4de66b426a14e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6aba39bd64471" /><Relationship Type="http://schemas.openxmlformats.org/officeDocument/2006/relationships/notesSlide" Target="/ppt/notesSlides/notesSlide7.xml" Id="Rf9ff3e76029540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4116fd9fa42eb" /><Relationship Type="http://schemas.openxmlformats.org/officeDocument/2006/relationships/notesSlide" Target="/ppt/notesSlides/notesSlide8.xml" Id="R9aff2c8f78b640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2e3a110274b0e" /><Relationship Type="http://schemas.openxmlformats.org/officeDocument/2006/relationships/notesSlide" Target="/ppt/notesSlides/notesSlide9.xml" Id="R0a9e844f4ac745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55e1c16c4a35" /><Relationship Type="http://schemas.openxmlformats.org/officeDocument/2006/relationships/notesSlide" Target="/ppt/notesSlides/notesSlide10.xml" Id="R54bd03454c0a4a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4B1AD-0072-40F3-AB9C-186B1050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09D3A-E04B-4223-807F-D67FBA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C623-D3FD-4D19-AB32-333DDE6E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Dosage Calculations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F2A14-1375-40E3-BDD5-47763517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Conversions, desired-over-have, weight-based dosing, IV rates, and safe rounding.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59990-8BFD-4C27-A0B4-D18D45B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6E2F-71A5-4F2F-B2D1-219494A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2C6ED-ED52-422E-B057-6FDE2C37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07AF3-E162-4D2A-B0DF-21B7710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572D7-03D9-4A08-91E8-12FE9F2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321660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1C062-C59F-4397-B6B9-2D34C59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9D169-F461-43B6-A7A8-5000A32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0534C-B25E-44CF-992B-CE50414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397EC-B329-498F-B91A-95D6247F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23561-AF67-4339-9CAC-ABDC9601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03633-E950-46BA-8355-E0BAF207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5F48F-B80E-46E6-8D53-C91EE83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C4BE0-15F9-4A16-9F01-48E01E7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B554A-B7E9-446F-AB68-12255A1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desired-over-have and dimensional-analysis setups with units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0A9EC-0BCA-47A5-975E-22F270C4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F8943-865C-43CB-94A5-9C327D5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52CC6-4843-4914-A8CB-A49909A2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Convert units only with verified equivalencies and cancel units correctly.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FDA85-F907-430A-A4A4-D223C13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B2C5D-5962-4AC5-B3E5-B1ECA23A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8605B-EB27-43C1-AA49-D141E36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Apply facility-specific rounding at the final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F4BD6-4DED-40E2-98D3-DFE392A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8595D-44E0-465D-B943-A6B50C8A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5268A-F680-4742-B9C0-E3BC2C0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Stop and clarify incomplete, ambiguous, or unreasonable medication information.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23ECF-EB0B-434F-A73C-8F25ACA3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17D18-82D1-4BF5-8A3F-6005EBEE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8FEA5-6AE2-4E43-9572-4CEFE848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a consistent safety process from order review through evaluation.</a:t>
            </a:r>
          </a:p>
        </p:txBody>
      </p:sp>
    </p:spTree>
    <p:extLst>
      <p:ext uri="{BB962C8B-B14F-4D97-AF65-F5344CB8AC3E}">
        <p14:creationId xmlns:p14="http://schemas.microsoft.com/office/powerpoint/2010/main" val="681178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8A2C4B-C62E-4267-9FAE-9B67670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34FFE-0521-4EC2-B5B2-D62CF18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8F57-5E37-4EDB-AA30-8D8BB59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6EA8A-2D49-4134-B989-AEFF8CC1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A0BE5-F83A-4D5E-A9BD-8318773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C4C8C-772E-48F5-877E-34664B36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AA45E-883F-4B2F-9C66-868C4A9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12789-76AC-40B9-BE48-768198F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B5BD6-A4B1-4055-9376-36F27CA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First verify the order, product label, patient, allergies, current assessment, and the units. A calculation cannot repair a bad input.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84497-242B-41A7-8A36-40903DA3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9428C-808C-472C-8672-254D281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2E7E9-4739-4C56-BA31-4B67934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Desired over have times quantity asks: how much is ordered, how much is available, and what amount contains the available dose?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D3236-8A85-46BB-9858-67173C47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2AFED-16D7-493D-8703-320599A7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FE28E-A5AF-496B-BE7F-929F172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Keep full calculator precision through the setup, round only the final answer according to policy, label the unit, and ask whether the result is practical and safe.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5BD01-C3DA-439D-B3A1-FC914871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D31BF-C94B-4E03-BB5D-AB82324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3F006-23A6-4357-A95F-61877BC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Safe administration starts before the medication reaches the bedside. The nurse checks the order, current medication record, patient factors, allergies, product, timing, route, indication, and required assessments.</a:t>
            </a:r>
          </a:p>
        </p:txBody>
      </p:sp>
    </p:spTree>
    <p:extLst>
      <p:ext uri="{BB962C8B-B14F-4D97-AF65-F5344CB8AC3E}">
        <p14:creationId xmlns:p14="http://schemas.microsoft.com/office/powerpoint/2010/main" val="1434215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2DBDE-02BA-4F35-9B5B-E8F60B2F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FABA1-B90F-4C49-A023-B1625F67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0E02-7E26-44DD-86BA-3094AA5D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F06BC-A572-440C-9CBE-606530A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A9651-9423-4728-B03A-DF67C449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88C66-7F55-45B3-9A75-0367B6D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727ED-98C6-418C-B9EC-BF5E5CE6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5EC65-0977-41DF-B7D6-67C9D1D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6908F-0139-4929-BE4D-9D77D15A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Do not calculate from an incomplete or ambiguous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30FFC-FBA7-43D4-9B0E-E25199B7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02191-90F3-4A27-9713-786D9831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E4300-0677-40AE-9804-C3F5218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52CAE-D384-4802-96BA-FC873EA1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Do not administer from a result that fails unit cancellation, safe-range, or reasonableness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BAC43-6269-4390-AED9-7D74736E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85ED9-F51F-48CC-A669-B283AA7A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B6678-127D-455D-976E-D92E474C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430C2-7503-469C-9D67-E35FE9D1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a discrepancy, preserve the original information and seek authorized clarification rather than forcing agreement.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889EA-CFD5-4A0C-8B5B-D1E34804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712C0-9EDA-4BB5-A1A2-4EA62506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BA9CC-D927-4D31-AC2A-6DC825F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E2C2E-1FF6-40AE-88D4-6189D67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Use independent verification for high-alert calculations and special populations exactly as policy requires.</a:t>
            </a:r>
          </a:p>
        </p:txBody>
      </p:sp>
    </p:spTree>
    <p:extLst>
      <p:ext uri="{BB962C8B-B14F-4D97-AF65-F5344CB8AC3E}">
        <p14:creationId xmlns:p14="http://schemas.microsoft.com/office/powerpoint/2010/main" val="309904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DFAA9F-B12A-4F3B-9D3A-37E0682E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1B291-9EFF-4700-89D7-5B9F7777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42886-652B-4A89-BED4-495E0FE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5906A-4380-4896-8259-D0E3C13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AD57-AC24-4997-8839-EC8AED36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9C0ED-23D6-4899-BB22-2484954A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66665-C7D2-4467-93BE-C9C76982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960F3-0C1E-48FD-9194-AD25B7C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704D-B48C-42CD-83C0-1D404AE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83586-AA41-497C-9128-96B50C6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E3476-761E-443B-9F2D-8281D33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Verify the complete order, medication label, concentration, formulation, expiration, patient factors, and required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C4A53-F8A7-4078-B768-D91E0760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BE126-D0F4-42B7-A5B3-1DC65A6A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453BB-82A3-4F5C-BD46-7976E42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Identify the exact unit requested before writing the setup.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4E81A-16A3-4897-AD30-0E2C422D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21FD8-2F5A-40A1-80D9-94B2EAE2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DD65E-4C94-4BDF-8020-0A5AA96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Estimate whether the answer should be less than, equal to, or greater than the available quantity.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A631B-21FE-499F-AC30-8D3B3A6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475BD-817D-4554-A83F-63CBB94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3DF01-2916-4027-98B3-DF7D3A1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Compare the calculated answer with safe-range information or maximum limits when provided and authorized references when required.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8C261-547B-482E-8CA4-92929A5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79A37-23AD-42FF-A69F-2F28D7B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8C2F4-CF1A-4F47-9C79-9C2DA3FF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D5773-F3F7-4331-A0B3-6E9A3B9A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8EA49-B45F-41BD-809D-CD2EB4F7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Use a leading zero for a value less than one and never use an unnecessary trailing zero in medication notation.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83681-A63B-4D43-91F2-84A4F8B7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D5A17-2DEC-4641-91E4-4CE89BC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5735F-2B9E-469D-AFBE-A00FD54F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round an intermediate conversion or calculation unless the approved policy or problem explicitly directs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1D04B-3704-4F70-967C-DF91C203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408C0-AA70-4220-8ADA-12B9C24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EB5440-1ED8-468F-A245-DF28D8D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let a calculator display replace units, estimation, or clinical judgment.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661029-AF54-42CF-B0CB-930C864E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5B6CC-4003-49BA-BCFE-A00D4FE9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DC7CDA-D8C1-4B53-B89A-4A0F1BE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Practice calculations are educational examples, not patient-specific medication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83274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3BB09-D4CC-4F69-AC55-B94D0C12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A6CB4-1724-40D9-8AF6-2F5563EA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0137C-EF5D-4EC5-BB63-4886F952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06ACB-52C9-4360-909A-2C13A90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57D4E-1BD7-4EA2-8D72-0528023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 over H times Q: Desired divided by Have, multiplied by Quantity.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B26AB-3348-4F62-BA10-0E61B54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40898-D4C1-461B-B53E-D677FA8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CDDE6-E2A0-488D-864D-84FCFE8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Units are guardrails: write them, cancel them, label the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84D4-1AEB-4FA3-9B1D-93428311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3A57A-E49E-4A37-90B3-40557DC9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A6895-B816-483F-8D25-A7266379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LAST: Label, Assess reasonableness, Safety-check, Then round.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6BCEF-BECF-46E0-B1F6-21393BC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03836-0FDD-40C7-BC8A-B16F8141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48FD2-0B66-4E42-879C-4C94009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STOP at mismatch: Suspend, Trace, Obtain clarification, Proceed only when resolved.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B98D3-38D5-4CE4-B7ED-A5A85472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19498303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0206F9-9B76-4822-B732-7DEE3620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50886-5462-4690-A3B5-B323D2E6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3A51D-41A4-402C-8444-A7A286EB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68646-B570-4537-859F-E1D0D69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EEA5E-8D68-4641-9AF2-8516946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29088-6E0C-4446-A009-80B80E8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80170-9AC7-4328-83EB-DA22397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85B60-507F-41A4-8854-9C8B1AE3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simulated order asks for 250 mg. The study label shows 125 mg in one tablet.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2FB19-67C7-4DEF-9D47-80CE148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59BCC-9BA4-4650-8CC0-D42C2643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4D1E2-0BB9-4BCF-926D-C1ACBEE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Desired dose is 250 mg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Dose on hand is 125 mg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Quantity is one tablet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F22D4-432A-4A6D-B138-241484A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1F6B8-B201-40E9-90D3-9F4CBEE4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E9B38-11DD-4396-AE3C-34B1B9D4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Units already match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desired dose is twice the dose contained in one tablet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ED01C-4AC1-4275-AF78-E084D11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EAAB9-802C-40C8-82C1-790BB07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5A248-BEA9-43E9-9C76-8187CA7A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Set up 250 mg divided by 125 mg multiplied by 1 tablet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Cancel mg and calculate 2 tablets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Label the answer and complete the reasonableness and policy checks before any real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723937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5BB52-DAD5-4E5B-9203-54B8625F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48609-8A6D-4690-9741-725DBE5D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5A6B-2EB5-4183-A541-6B86E4D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F0401-2159-4FA4-BFC2-E35F121D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A9496-5ED5-4C4D-987D-F5C3EB5E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C3798-F048-4A9C-8940-EA7738DB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57B61-68B1-4F42-A32D-E1C1527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A simulated order is for 250 mg, and one tablet contains 125 mg. How many tablets does the basic setup produce?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7D020-8AFF-4396-A634-35AFEE9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D528C-D54D-4656-BA24-288FFFA5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51106-75F9-45A1-B011-0A6F4F49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2 tablets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B4E10-7DFB-4C93-A118-5EE84F53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6E865-730E-4A5F-85E1-16DF1F1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6B418-15BC-4583-9785-B5AF9FD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0.5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25444-C156-468D-9A74-F9719718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C5682-711F-4078-9EC4-BB05EC3A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31B69-3EF6-4143-9A58-0A58278E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125 tablets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3DA14-9BF5-4DCE-9CE2-0FF8660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CE7C4-5E7B-4071-A313-FF6E92F5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D0594-2B14-461D-8F7D-28221207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250 tablets</a:t>
            </a:r>
          </a:p>
        </p:txBody>
      </p:sp>
    </p:spTree>
    <p:extLst>
      <p:ext uri="{BB962C8B-B14F-4D97-AF65-F5344CB8AC3E}">
        <p14:creationId xmlns:p14="http://schemas.microsoft.com/office/powerpoint/2010/main" val="143644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2D3B1-0873-4B11-8005-77A512F0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C6066-F440-4894-893C-1EF1636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FC2A6-0C65-44B2-9B0F-9D71293B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03409-548E-4283-9E22-FB8B912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1F9AA-154D-4FB8-8FCB-86E8D5A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56C6B-CC48-40C1-A186-348D15E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C4706-8E7C-4CF3-9243-E771811C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E9FFB-03AD-4E74-B375-48DE3EB7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Using desired over have times quantity: 250 mg ÷ 125 mg × 1 tablet = 2 tablets. This arithmetic example still requires full clinical checks in practice.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06EB2-D671-4C68-933B-25CD41A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24C8-F510-4E71-B337-81A7449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00720-1B31-48BB-B12E-3A64523B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Desired over have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65687-BABE-4185-AF29-BC070936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FA9C5-0E77-4B4B-9503-83F77522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78BBD-75CD-45C0-BBA8-C5BDC74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Estimate first: the desired dose is twice the available dose.</a:t>
            </a:r>
          </a:p>
        </p:txBody>
      </p:sp>
    </p:spTree>
    <p:extLst>
      <p:ext uri="{BB962C8B-B14F-4D97-AF65-F5344CB8AC3E}">
        <p14:creationId xmlns:p14="http://schemas.microsoft.com/office/powerpoint/2010/main" val="1928441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A0FDF-04DC-4802-B762-2D9D454D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BC666-0927-4DA8-80CA-F0B2A2B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1725F-D0C5-423A-A26A-2A0B71FF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325FC-2A28-4400-9BB3-9F7ACF9F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D7F49-B047-4D69-A6C4-95104C31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Verify inputs before calculating and keep units visible throughout.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2E833-F750-4FAB-B0C0-26B340CE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9A136-C87E-460F-A8ED-31190C56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BA6C4-92B2-48D5-B9BA-1FCABEA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a valid setup, retain precision, round once at the end, and label the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DD1E6-7675-45AD-9D88-E49F923A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813FD-A69F-45D7-A4D9-4789BC95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B50D1-CA0D-491A-9453-31B9C1F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 reasonable number is not enough; the order, patient, product, safe range, and scope must also be safe.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4B055-E1FA-4C99-8EA4-23557D6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6841D-77E5-4D3C-8AE5-D7856D2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475E0-5DB0-4A5B-9D65-018B51A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a consistent verify-assess-explain-administer-evaluate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38DE5-D400-405B-9787-076E4D7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48412-399D-48AB-8461-8F7DE24F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EF086-A203-4F79-BB4B-C6F95D90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Stop and resolve any mismatch before medication reaches the patient.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C6040-B356-45F5-A5B5-5CD2151F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86A45-64F8-485D-B81A-3D905AE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AHRQ Patient Safety Network: Medication Administration Errors | U.S. Food and Drug Administration: Medication Errors Related to CDER-Regulated Drug Products | National Council of State Boards of Nursing: 2026 NCLEX-PN Test Plan</a:t>
            </a:r>
          </a:p>
        </p:txBody>
      </p:sp>
    </p:spTree>
    <p:extLst>
      <p:ext uri="{BB962C8B-B14F-4D97-AF65-F5344CB8AC3E}">
        <p14:creationId xmlns:p14="http://schemas.microsoft.com/office/powerpoint/2010/main" val="863037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2026-07-13T19:10:48.6270000Z</dcterms:created>
  <dcterms:modified xsi:type="dcterms:W3CDTF">2026-07-13T19:10:48.6270000Z</dcterms:modified>
</coreProperties>
</file>