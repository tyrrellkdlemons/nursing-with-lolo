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bc2a7ba844982" /><Relationship Type="http://schemas.openxmlformats.org/officeDocument/2006/relationships/extended-properties" Target="/docProps/app.xml" Id="R09f922b4c6ff4559" /><Relationship Type="http://schemas.openxmlformats.org/officeDocument/2006/relationships/officeDocument" Target="/ppt/presentation.xml" Id="Rc7aa4bbbb0ec4c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6d4d14c71b4d2e"/>
  </p:sldMasterIdLst>
  <p:notesMasterIdLst>
    <p:notesMasterId xmlns:r="http://schemas.openxmlformats.org/officeDocument/2006/relationships" r:id="R9aeeaef670fa40d5"/>
  </p:notesMasterIdLst>
  <p:sldIdLst>
    <p:sldId xmlns:r="http://schemas.openxmlformats.org/officeDocument/2006/relationships" id="256" r:id="R8eb02197202e42b3"/>
    <p:sldId xmlns:r="http://schemas.openxmlformats.org/officeDocument/2006/relationships" id="257" r:id="R3b721633eb8444e8"/>
    <p:sldId xmlns:r="http://schemas.openxmlformats.org/officeDocument/2006/relationships" id="258" r:id="R33fe6d661a194d4e"/>
    <p:sldId xmlns:r="http://schemas.openxmlformats.org/officeDocument/2006/relationships" id="259" r:id="R2bb478c98475452b"/>
    <p:sldId xmlns:r="http://schemas.openxmlformats.org/officeDocument/2006/relationships" id="260" r:id="R828cf73d7171452c"/>
    <p:sldId xmlns:r="http://schemas.openxmlformats.org/officeDocument/2006/relationships" id="261" r:id="Rad810b773033493b"/>
    <p:sldId xmlns:r="http://schemas.openxmlformats.org/officeDocument/2006/relationships" id="262" r:id="R04ff24354b5740b5"/>
    <p:sldId xmlns:r="http://schemas.openxmlformats.org/officeDocument/2006/relationships" id="263" r:id="R7c02946d20fb4047"/>
    <p:sldId xmlns:r="http://schemas.openxmlformats.org/officeDocument/2006/relationships" id="264" r:id="Rd02d913178924b1d"/>
    <p:sldId xmlns:r="http://schemas.openxmlformats.org/officeDocument/2006/relationships" id="265" r:id="Rd3f66667b1f84a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4adc2a2d34724" /><Relationship Type="http://schemas.openxmlformats.org/officeDocument/2006/relationships/slideMaster" Target="/ppt/slideMasters/slideMaster1.xml" Id="Rc96d4d14c71b4d2e" /><Relationship Type="http://schemas.openxmlformats.org/officeDocument/2006/relationships/notesMaster" Target="/ppt/notesMasters/notesMaster1.xml" Id="R9aeeaef670fa40d5" /><Relationship Type="http://schemas.openxmlformats.org/officeDocument/2006/relationships/presProps" Target="/ppt/presProps.xml" Id="R0f0e4434e7144d16" /><Relationship Type="http://schemas.openxmlformats.org/officeDocument/2006/relationships/tableStyles" Target="/ppt/tableStyles.xml" Id="Re70e382fc4464e94" /><Relationship Type="http://schemas.openxmlformats.org/officeDocument/2006/relationships/slide" Target="/ppt/slides/slide1.xml" Id="R8eb02197202e42b3" /><Relationship Type="http://schemas.openxmlformats.org/officeDocument/2006/relationships/slide" Target="/ppt/slides/slide2.xml" Id="R3b721633eb8444e8" /><Relationship Type="http://schemas.openxmlformats.org/officeDocument/2006/relationships/slide" Target="/ppt/slides/slide3.xml" Id="R33fe6d661a194d4e" /><Relationship Type="http://schemas.openxmlformats.org/officeDocument/2006/relationships/slide" Target="/ppt/slides/slide4.xml" Id="R2bb478c98475452b" /><Relationship Type="http://schemas.openxmlformats.org/officeDocument/2006/relationships/slide" Target="/ppt/slides/slide5.xml" Id="R828cf73d7171452c" /><Relationship Type="http://schemas.openxmlformats.org/officeDocument/2006/relationships/slide" Target="/ppt/slides/slide6.xml" Id="Rad810b773033493b" /><Relationship Type="http://schemas.openxmlformats.org/officeDocument/2006/relationships/slide" Target="/ppt/slides/slide7.xml" Id="R04ff24354b5740b5" /><Relationship Type="http://schemas.openxmlformats.org/officeDocument/2006/relationships/slide" Target="/ppt/slides/slide8.xml" Id="R7c02946d20fb4047" /><Relationship Type="http://schemas.openxmlformats.org/officeDocument/2006/relationships/slide" Target="/ppt/slides/slide9.xml" Id="Rd02d913178924b1d" /><Relationship Type="http://schemas.openxmlformats.org/officeDocument/2006/relationships/slide" Target="/ppt/slides/slide10.xml" Id="Rd3f66667b1f8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9f5c3397c4a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54ee6a1721410f" /><Relationship Type="http://schemas.openxmlformats.org/officeDocument/2006/relationships/notesMaster" Target="/ppt/notesMasters/notesMaster1.xml" Id="R686dff4c1aca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65404eb14470e" /><Relationship Type="http://schemas.openxmlformats.org/officeDocument/2006/relationships/notesMaster" Target="/ppt/notesMasters/notesMaster1.xml" Id="Rc63409076580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2afd860054cd4" /><Relationship Type="http://schemas.openxmlformats.org/officeDocument/2006/relationships/notesMaster" Target="/ppt/notesMasters/notesMaster1.xml" Id="R0533e0cc7ffb4b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676f4fe9b4a9e" /><Relationship Type="http://schemas.openxmlformats.org/officeDocument/2006/relationships/notesMaster" Target="/ppt/notesMasters/notesMaster1.xml" Id="R176961ffdcce4d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bd29438bc4f0d" /><Relationship Type="http://schemas.openxmlformats.org/officeDocument/2006/relationships/notesMaster" Target="/ppt/notesMasters/notesMaster1.xml" Id="R9d41ab194b0547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a839373e7d4f0b" /><Relationship Type="http://schemas.openxmlformats.org/officeDocument/2006/relationships/notesMaster" Target="/ppt/notesMasters/notesMaster1.xml" Id="R4eed8cee26fb4b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5e5fd7ab464f24" /><Relationship Type="http://schemas.openxmlformats.org/officeDocument/2006/relationships/notesMaster" Target="/ppt/notesMasters/notesMaster1.xml" Id="Rd48e25cad7f6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f4d5427e045fe" /><Relationship Type="http://schemas.openxmlformats.org/officeDocument/2006/relationships/notesMaster" Target="/ppt/notesMasters/notesMaster1.xml" Id="R38a9aaa94b6e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4559a3b0744f8e" /><Relationship Type="http://schemas.openxmlformats.org/officeDocument/2006/relationships/notesMaster" Target="/ppt/notesMasters/notesMaster1.xml" Id="Rfd8cac28444142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2b90c231cf47a3" /><Relationship Type="http://schemas.openxmlformats.org/officeDocument/2006/relationships/notesMaster" Target="/ppt/notesMasters/notesMaster1.xml" Id="Rd67836a60cb3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ce26dd050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b2ab076c64757" /><Relationship Type="http://schemas.openxmlformats.org/officeDocument/2006/relationships/slideLayout" Target="/ppt/slideLayouts/slideLayout1.xml" Id="R6a074c980c5c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074c980c5c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1807a9dbd448d" /><Relationship Type="http://schemas.openxmlformats.org/officeDocument/2006/relationships/notesSlide" Target="/ppt/notesSlides/notesSlide1.xml" Id="R43c738f49e7b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2300f55a946ff" /><Relationship Type="http://schemas.openxmlformats.org/officeDocument/2006/relationships/notesSlide" Target="/ppt/notesSlides/notesSlide2.xml" Id="Ra1e16b76f5ff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bc2a4e37c4f4d" /><Relationship Type="http://schemas.openxmlformats.org/officeDocument/2006/relationships/notesSlide" Target="/ppt/notesSlides/notesSlide3.xml" Id="Rabecccc82b2447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9783b48ea431c" /><Relationship Type="http://schemas.openxmlformats.org/officeDocument/2006/relationships/notesSlide" Target="/ppt/notesSlides/notesSlide4.xml" Id="R023663b4a45442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e295f6bf4fe3" /><Relationship Type="http://schemas.openxmlformats.org/officeDocument/2006/relationships/notesSlide" Target="/ppt/notesSlides/notesSlide5.xml" Id="R3469249a736b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628473cdf4608" /><Relationship Type="http://schemas.openxmlformats.org/officeDocument/2006/relationships/notesSlide" Target="/ppt/notesSlides/notesSlide6.xml" Id="Ra1437c2ee6b3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8dfe774144710" /><Relationship Type="http://schemas.openxmlformats.org/officeDocument/2006/relationships/notesSlide" Target="/ppt/notesSlides/notesSlide7.xml" Id="Ra855691c0f18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7c54702014ac1" /><Relationship Type="http://schemas.openxmlformats.org/officeDocument/2006/relationships/notesSlide" Target="/ppt/notesSlides/notesSlide8.xml" Id="R34d4642f061649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ef603b644674" /><Relationship Type="http://schemas.openxmlformats.org/officeDocument/2006/relationships/notesSlide" Target="/ppt/notesSlides/notesSlide9.xml" Id="Ra5028f8f38d44e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d665a89034da6" /><Relationship Type="http://schemas.openxmlformats.org/officeDocument/2006/relationships/notesSlide" Target="/ppt/notesSlides/notesSlide10.xml" Id="Rd12e454b88ea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2F74C-E8EC-403C-9635-38040767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B5C36-3F38-418D-95B0-70722A8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9C129-79BA-4323-ADD3-640BB82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Medical-Surgical Nursing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D1CC4-F1BC-4DF6-BAC6-99481281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A systems-first map of adult assessment, common risks, and priority escalation.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A1E7A-EA7B-4339-B9C9-4AB8D8C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0500B-2386-44A2-9B63-7A96006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18559-840E-4D43-A2BB-9CDDB348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959E6-09E6-44E1-8442-DBF934F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DAD2C-E3CE-4BDC-9AB0-4014DFEC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1804616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624BA-C052-40C2-AF66-6FB034B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4035F-4FBE-445C-A1C0-B0E11D4F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2B6A3-4E7A-439A-9939-67D58A1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5897D-1F63-4B91-A4C0-E189D91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0D2D-223E-4A4F-B428-1A617AA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F77CE-4641-4486-9D5C-4469419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D658E-1D89-44F6-9455-D0DA9B40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89B47-3550-49E5-B121-D123848C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1957E-1373-4A2F-A100-CF9BEFA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Perform a focused cardiovascular assessment and compare findings with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C7C6A-206F-4CC8-8924-B9495181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B1DFC-45B1-4FE8-AB02-A6DA5E0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6DC7C-25F7-4DBA-9309-499D948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Connect left- and right-sided congestion with common assessment findings.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8FCAA-4681-44C7-B7E2-BF4ABFE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ACFA0-E42F-4F9D-AEFB-0F81E7F1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21B8D-4DED-486A-890D-EF67CE95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findings that require prompt escalation.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6EB41-F8CE-4093-B2AC-0232F7B3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048D1-4F3C-4FE6-B000-18DEB1D6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8F7C6-470A-4F31-B421-807F9BB2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Explain safe monitoring and teaching for a person living with heart failure.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5C8C1-DD53-46FC-8A0C-7A759C7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45866-8294-4B42-B59E-E71CDE0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D7096-DE03-45FF-B121-170C279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Complete a focused respiratory assessment in a reliable order.</a:t>
            </a:r>
          </a:p>
        </p:txBody>
      </p:sp>
    </p:spTree>
    <p:extLst>
      <p:ext uri="{BB962C8B-B14F-4D97-AF65-F5344CB8AC3E}">
        <p14:creationId xmlns:p14="http://schemas.microsoft.com/office/powerpoint/2010/main" val="714241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1B45E-C8CD-4D1E-A82E-BE09C0C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B3EA8-EFC5-427F-A84D-9E1FB5C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286E7-8A7F-4B36-808E-CE646C1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AD016-9052-4C2C-B1CE-4CB879C5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CBA4-06DA-4BC0-897B-758FD82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7AF40-9F54-470E-9753-ECF742A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AAA65-210E-4CD2-B6AB-E889D360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A9CCE-1B35-47A8-9574-22DF5E69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B53B5-B390-4B4C-B645-46572833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The heart is a pump. Heart failure means it cannot fill or move blood well enough for the body's needs; it does not mean the heart has stopped.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4A702-3E58-42C0-9D93-D8C0C5A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813C1-500A-4DD9-A582-6ACDBAD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38114-F1B7-4E9E-A929-B466869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When blood backs up toward the lungs, breathing can become difficult. When it backs up into the body, swelling and weight gain may appear.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2E7E3-25C9-429A-9786-856988D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F024E-2D97-4C68-B28F-FD346B71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33096-74B0-4C79-BAEE-5B4E6DF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Poor forward flow can reduce urine output, cool the skin, cause fatigue, and change alertness.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9BE22-ACBC-42FF-8B57-AA35C9D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ADAA7-D3D9-48B8-8EBC-3528B99C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D9633-D154-4C88-A182-E6B896E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 single finding matters, but a new cluster or worsening trend is usually more useful than one isolated number.</a:t>
            </a:r>
          </a:p>
        </p:txBody>
      </p:sp>
    </p:spTree>
    <p:extLst>
      <p:ext uri="{BB962C8B-B14F-4D97-AF65-F5344CB8AC3E}">
        <p14:creationId xmlns:p14="http://schemas.microsoft.com/office/powerpoint/2010/main" val="1511031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FD9C6-8976-47B2-A572-479AB533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2894B-65A6-4DA5-924F-646809D9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D3447-2769-4C89-88DC-5CCFF5D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E6D75-2622-4D66-AE30-8D08F50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198D-6A23-4FAD-9FBF-FC4C70A5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A11CB-611C-4A27-8109-3DCFAD65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E3886-C45F-49D5-AEE9-5828747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2C641-C359-4CC5-931A-75CCDBC0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2FB3A-DB34-4A87-9E9B-CF97E9B4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new chest pain, severe dyspnea, syncope, or signs of poor perfusion, stay with the patient and activate the appropriate urgent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A1B0D-BC1A-4B78-96EC-309236B4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7065F-CE3C-42F9-B673-35D31D7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DCB1B-3057-4800-96D2-79BACE83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F21E7-B4C1-4EA6-9FD4-262C9D0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Assess airway, breathing, circulation, vital-sign trends, and mental status before routine tasks.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A8CA0-AB67-49EF-8090-AFE910C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13D7B-A223-438B-84D3-34409FA8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A815E-8B4C-431A-AEF2-CE566C2F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1C085-40E3-4D37-96D5-4DEECCD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Compare the current presentation with baseline and report the exact change and time of onset.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DE171-0F46-4258-B935-1074F3F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F8510-E435-4463-947C-DD5091C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D0D30-16BF-4DC3-B02C-7DD16FD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86CC5-A7FD-47B3-A5F2-DD33BF90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Reassess after every intervention and document the response.</a:t>
            </a:r>
          </a:p>
        </p:txBody>
      </p:sp>
    </p:spTree>
    <p:extLst>
      <p:ext uri="{BB962C8B-B14F-4D97-AF65-F5344CB8AC3E}">
        <p14:creationId xmlns:p14="http://schemas.microsoft.com/office/powerpoint/2010/main" val="258394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9A717-5644-467A-9CEC-51777AE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596E7-4921-4118-9D5F-C1FF0FA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50FC5-E546-42D2-9B65-BD72813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FB003-21CD-451F-BC90-D329E67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7AEAC-DCE7-4F6F-99EE-CFD85E68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4733-A57D-4710-985B-6AFA163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C9488-E5C9-4D20-AEB0-3BF3B6C4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13A17-8BE8-4FCA-B6F6-A085EA9F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FAEE0-D5A2-4166-A71C-EA13A8AA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81A0B-D5B1-460A-9BAC-E4D47D9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0C49-5FB0-4C77-A3E7-292978C2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Ask about chest discomfort, activity tolerance, orthopnea, nighttime breathlessness, and recent weight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81C55-98B7-4C4B-98EF-F415E91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8317E-956D-4631-A4EE-952C027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F507F-AD47-49E2-B943-B93BAE8F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Measure vital signs and oxygen saturation, then interpret them against symptoms and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F3283-E60D-458E-BA9C-7BF20A5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662C2-6145-4B06-8546-7D110A5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010ED-6D26-46D8-A89B-D5B5E970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Inspect work of breathing, skin color, alertness, neck veins, and dependent areas for edema.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87549-5723-4CFE-96C5-4A77A3A7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4BC73-A2EC-441D-9958-1414224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A0FBD-EA9B-4F17-AC47-E79E183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Auscultate heart rhythm and lung sounds using a consistent sequence.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A8DD4-15CD-47DE-A490-35A97BD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A752C-E0AF-40FE-9F08-7E7CAD3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39335-E5E3-4BEA-B141-D2B059A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A4460-9C60-49EF-9262-EDBD732D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34673-86CE-4EB6-ABC6-7015704A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delay escalation for severe dyspnea, chest pressure, cyanosis, new confusion, or signs of shock.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79084-C62E-4D27-928E-EE92D8BD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364F6-20EF-48C1-AE84-9A6C60E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5FED4-E8BB-47F3-84E3-76129699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give a scheduled cardiac medicine without checking required parameters and the current clinical picture.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7B1D25-4A7A-4BE7-B681-8AE7337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C8625-076B-4063-9CE1-0E999EF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8102D-8988-4694-96F3-818F3C9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assume all crackles or edema are caused by heart failure; assess for other causes.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AE3293-6A08-4BFB-A1AB-C3462AB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FFC0A6-AFFB-4DDD-9373-31E48A2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A259C8-3EA6-4658-B594-D4E5608B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Avoid applying one universal oxygen, fluid, or blood-pressure target to every patient.</a:t>
            </a:r>
          </a:p>
        </p:txBody>
      </p:sp>
    </p:spTree>
    <p:extLst>
      <p:ext uri="{BB962C8B-B14F-4D97-AF65-F5344CB8AC3E}">
        <p14:creationId xmlns:p14="http://schemas.microsoft.com/office/powerpoint/2010/main" val="2085435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45A46-AB39-4D12-B617-0F99E06D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AB3BA-DC5B-49F0-9953-FD834D9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33FDC-69A0-453B-AE58-092BFB62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E752D-6F7C-41B5-8C60-7B83BF28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19935-7EF1-4894-9A72-2FB48F6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Left backs up to lungs; right backs up to the rest of the body.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174D9-3F21-4491-87BB-BEEA08C1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7629-0A22-4D54-8801-D78CAC9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A5F85-0259-4C20-A314-837C17B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Pump check: rate, rhythm, refill, pulses, pressure, and person.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7141B-2E18-4D5D-A639-5B531F1F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F2CF5-56CD-48FF-8500-A6F0872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4449-52EA-49DC-88AA-C75C886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Weight is a fluid trend, not just a nutrition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5F04C-83B0-47EC-806D-695936B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6F941-5693-4AFD-8133-B7726D3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3178A-84D6-4901-8863-CB3A4AD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Look, count, listen, compare, trend.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BC45D-EA12-489F-B4A4-9DD27B2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219412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0D85E-9CD8-4902-8978-DAE09335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C63DE-674D-4443-BDE3-51C28071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45A30-E4E5-405B-BF51-4656D206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C2DC4-9456-4947-BEF5-4B3FB4DE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F74D9-0659-4A78-9889-F86A31B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BEE39-6B31-433A-97D0-72FDFB47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35CF7-9372-4D08-B74A-CB6B47F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6AED3-5B8E-4E4D-9D9C-464F3E14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patient with chronic heart failure becomes breathless while walking to the bathroom and now needs extra pillows. Weight and ankle swelling have increased since yesterday.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08317-127C-4E84-B549-162EE97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8B773-6F70-419B-B47A-C5DB6F9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996E7-836B-493A-A098-5C8EC097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exertional dyspnea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orthopnea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Upward weight 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8335A-3CBC-43C3-AD4B-70937D90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11D1F-6C63-4A66-8453-B35C9C63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3816B-9CE3-4B97-82B7-9C63845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clustered changes suggest worsening congestion.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patient needs an immediate focused breathing and perfusion assessment.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D295E-EA91-4877-B9C1-C6803DD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AD8DF-63F0-4198-BBCE-E073F6C4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5CF1F-F9F2-4A36-8E0C-4756BAC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Stop exertion, position for comfort, obtain vital signs and oxygen saturation, and assess lungs and perfusion.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Notify or activate the appropriate response using the facility pathway and report the trend.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Carry out orders, then reassess and document the response.</a:t>
            </a:r>
          </a:p>
        </p:txBody>
      </p:sp>
    </p:spTree>
    <p:extLst>
      <p:ext uri="{BB962C8B-B14F-4D97-AF65-F5344CB8AC3E}">
        <p14:creationId xmlns:p14="http://schemas.microsoft.com/office/powerpoint/2010/main" val="1150740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CEEBAD-ADBF-4207-93EB-BB406C8D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6BD61-D824-46FF-8AB2-D13B369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FB1CA-FD77-4957-8EDA-0560CC00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7C6FD-1DAA-4621-9F52-9B55941F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DE5D1-BD8B-4609-A2D7-B0356EC2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B2446-2019-46C4-B9AC-863966C9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64DC3-7CE1-46C4-82E6-E4ACA21B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patient with heart failure has new breathlessness at rest and cannot finish a sentence. What should the nurse do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527AC-1307-4DE8-A192-D7AC1175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79DB7-0F43-487A-9561-C8661583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8541-DBD5-4157-B84B-6D73E7FC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about yesterday's diet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ED1F4-2D87-4CB1-B64D-D2449032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3FD72-8B43-4CF6-ABE4-8E6B912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1BE88-C34A-4CAD-8EB9-3EF592D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Stay with the patient and assess airway, breathing, circulation, and vital signs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5B8B3-469D-49D9-92C5-55561A0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E1BF1-B9A8-4C4D-A07C-285DB5C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50A78-5829-4EE1-B4E1-66F2049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Schedule teaching for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BBDA9-657E-45A9-87AF-FBEA49E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A3B37-645F-44C6-AEA4-9482299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E4296-53A0-42F9-AC4E-37A61CE3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Document the change at the end of the shift</a:t>
            </a:r>
          </a:p>
        </p:txBody>
      </p:sp>
    </p:spTree>
    <p:extLst>
      <p:ext uri="{BB962C8B-B14F-4D97-AF65-F5344CB8AC3E}">
        <p14:creationId xmlns:p14="http://schemas.microsoft.com/office/powerpoint/2010/main" val="1330862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2DA01-47CA-4057-9D08-2815A263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AE153-0E09-4A44-B585-FACB4F3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B.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4C959-9B2C-4F2B-842C-7AFF3419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F8C6A-2095-40FD-903F-ED1E2F9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CEEDD-C242-4753-A018-F0DCFDA1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FDC8D-F4F9-4296-A4ED-5C2C5ED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0F617-AC65-45E0-8A3D-72AEB8A5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AF5D-4672-4E57-A845-1F36174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Severe new breathlessness is an urgent change. Immediate ABC assessment and escalation take priority over history, teaching, or delayed documentation.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73E66-D0DE-423F-8937-284F2A8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7DB96-0188-436B-9E9A-E04366A5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FE06D-4502-4DCF-AF7B-CCEB6009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Oxygenation and perfusion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002FB-0F47-4C6F-98F1-6765E13C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E1AC6-A2FC-4A23-8258-0C76BA32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4ADD-C506-4E05-A50F-8A56F6D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sudden breathing change moves ABCs ahead of routine tasks.</a:t>
            </a:r>
          </a:p>
        </p:txBody>
      </p:sp>
    </p:spTree>
    <p:extLst>
      <p:ext uri="{BB962C8B-B14F-4D97-AF65-F5344CB8AC3E}">
        <p14:creationId xmlns:p14="http://schemas.microsoft.com/office/powerpoint/2010/main" val="638855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E40CA-7955-42B5-A1D1-18F2FE8C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224F5-AAB9-455F-B165-5AD5D4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DF23A-3EF3-445A-BF13-532EF91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87CF-F5A6-4278-9982-3310030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5E103-60F4-4C56-8B06-EFCC8249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Heart failure produces congestion, reduced forward flow, or both.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2B6A5-C72C-4525-86CE-578395D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1E53E-6CE8-4E42-8292-5AD21951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7FA6B-9F0D-40D4-9C64-EA4EE6B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Trend symptoms, lungs, perfusion, weight, intake/output, kidney function, and electrolytes.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D628E-BCCF-45E2-8E00-9D27828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250FD-A67F-4097-8791-06B8E9F9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FB986-6ACA-4B8C-A8DC-0ACFA20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 new cluster of dyspnea, orthopnea, edema, or weight gain deserves prompt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E3935-7E89-4035-BFAB-155003F6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6D0E5-524B-4F41-810C-81A7588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DD9FA-61FC-4EF5-A39E-44CF2F2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Medication safety depends on assessment and ordered parameters.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2966-83D4-45B3-AC9F-030C1BDE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1A6CA-41A9-423C-9931-EC098790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80069-3362-48B4-98A8-5FD208E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Reassessment closes the loop after every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02683-FD83-45A6-88B9-6FF72D5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32EDD-E04A-488F-86A3-482B4DB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MedlinePlus, U.S. National Library of Medicine: Vital signs | MedlinePlus, U.S. National Library of Medicine: Electrolyte Panel | National Council of State Boards of Nursing: 2026 NCLEX-PN Test Plan</a:t>
            </a:r>
          </a:p>
        </p:txBody>
      </p:sp>
    </p:spTree>
    <p:extLst>
      <p:ext uri="{BB962C8B-B14F-4D97-AF65-F5344CB8AC3E}">
        <p14:creationId xmlns:p14="http://schemas.microsoft.com/office/powerpoint/2010/main" val="631951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2026-07-13T19:10:40.9610000Z</dcterms:created>
  <dcterms:modified xsi:type="dcterms:W3CDTF">2026-07-13T19:10:40.9610000Z</dcterms:modified>
</coreProperties>
</file>